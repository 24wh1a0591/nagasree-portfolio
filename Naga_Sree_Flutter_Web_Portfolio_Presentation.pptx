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731520"/>
            <a:ext cx="1828800" cy="1828800"/>
          </a:xfrm>
          <a:prstGeom prst="ellipse">
            <a:avLst/>
          </a:prstGeom>
          <a:solidFill>
            <a:srgbClr val="9768FF"/>
          </a:solidFill>
          <a:ln w="1905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3ADCEB"/>
          </a:solidFill>
          <a:ln w="19050"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017520"/>
            <a:ext cx="731520" cy="731520"/>
          </a:xfrm>
          <a:prstGeom prst="ellipse">
            <a:avLst/>
          </a:prstGeom>
          <a:solidFill>
            <a:srgbClr val="FF5BA4"/>
          </a:solidFill>
          <a:ln w="19050"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657600"/>
            <a:ext cx="1554480" cy="1554480"/>
          </a:xfrm>
          <a:prstGeom prst="ellipse">
            <a:avLst/>
          </a:prstGeom>
          <a:solidFill>
            <a:srgbClr val="9768FF"/>
          </a:solidFill>
          <a:ln w="1905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dirty="0">
                <a:solidFill>
                  <a:srgbClr val="3ADCEB"/>
                </a:solidFill>
                <a:latin typeface="Aptos"/>
              </a:rPr>
              <a:t>PROJECT SHOWCASE  /  2026</a:t>
            </a:r>
            <a:endParaRPr sz="1100" b="1" dirty="0">
              <a:solidFill>
                <a:srgbClr val="3ADCE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Aptos"/>
              </a:rPr>
              <a:t>My Flutter Web
Portfolio</a:t>
            </a:r>
            <a:endParaRPr sz="34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3246120"/>
            <a:ext cx="6675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ADB8CF"/>
                </a:solidFill>
                <a:latin typeface="Aptos"/>
              </a:rPr>
              <a:t>A personal, interactive portfolio built to present my profile,
projects, achievements, and academic journey.</a:t>
            </a:r>
            <a:endParaRPr sz="17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6384" y="4617720"/>
            <a:ext cx="3108960" cy="530352"/>
          </a:xfrm>
          <a:prstGeom prst="roundRect">
            <a:avLst/>
          </a:prstGeom>
          <a:solidFill>
            <a:srgbClr val="1D253E"/>
          </a:solidFill>
          <a:ln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773168"/>
            <a:ext cx="2834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3ADCEB"/>
                </a:solidFill>
                <a:latin typeface="Aptos"/>
              </a:rPr>
              <a:t>FLUTTER  •  DART  •  GITHUB PAGES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574243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DB8CF"/>
                </a:solidFill>
                <a:latin typeface="Aptos"/>
              </a:rPr>
              <a:t>Presented by</a:t>
            </a:r>
            <a:endParaRPr sz="10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59893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4F7FF"/>
                </a:solidFill>
                <a:latin typeface="Aptos"/>
              </a:rPr>
              <a:t>Naga Sree</a:t>
            </a:r>
            <a:endParaRPr sz="17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01</a:t>
            </a:r>
            <a:endParaRPr sz="9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01 / OVERVIEW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Why build a personal portfolio?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single place to communicate skills, work, and progress.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dirty="0">
                <a:solidFill>
                  <a:srgbClr val="ADB8CF"/>
                </a:solidFill>
                <a:latin typeface="Aptos"/>
              </a:rPr>
              <a:t>02</a:t>
            </a:r>
            <a:endParaRPr sz="1000" b="1" dirty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04872"/>
            <a:ext cx="50292" cy="159105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The need</a:t>
            </a:r>
            <a:endParaRPr sz="17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resume is concise, but it cannot fully demonstrate an interactive experience or show project work in context.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404872"/>
            <a:ext cx="50292" cy="159105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The solution</a:t>
            </a:r>
            <a:endParaRPr sz="17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responsive web portfolio with a sign-in demo, dashboard, and dedicated sections for profile information.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04872"/>
            <a:ext cx="50292" cy="1591056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5BA4"/>
                </a:solidFill>
                <a:latin typeface="Aptos"/>
              </a:rPr>
              <a:t>The outcome</a:t>
            </a:r>
            <a:endParaRPr sz="17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shareable website that can be opened from a browser and used as a starting point for future improvements.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PROJECT GOAL</a:t>
            </a:r>
            <a:endParaRPr sz="10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332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Aptos"/>
              </a:rPr>
              <a:t>Present my academic background, certifications, extracurricular activities, projects, and achievements in a clear, engaging format.</a:t>
            </a:r>
            <a:endParaRPr sz="20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02 / TECHNOLOGY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Built with Flutter Web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Dart-based UI, packaged as a browser-accessible website.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03</a:t>
            </a:r>
            <a:endParaRPr sz="10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59152"/>
            <a:ext cx="50292" cy="172821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Flutter</a:t>
            </a:r>
            <a:endParaRPr sz="17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Used to build the interface and reusable UI components for the web experience.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07408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359152"/>
            <a:ext cx="50292" cy="172821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Dart</a:t>
            </a:r>
            <a:endParaRPr sz="17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6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The programming language used for application logic, UI state, and navigation.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83296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359152"/>
            <a:ext cx="50292" cy="1728216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5BA4"/>
                </a:solidFill>
                <a:latin typeface="Aptos"/>
              </a:rPr>
              <a:t>GitHub Pages</a:t>
            </a:r>
            <a:endParaRPr sz="17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4464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Hosts the built web files so the portfolio can be accessed through a public URL.</a:t>
            </a:r>
            <a:endParaRPr sz="13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VISUAL DIRECTION</a:t>
            </a:r>
            <a:endParaRPr sz="10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4F7FF"/>
                </a:solidFill>
                <a:latin typeface="Aptos"/>
              </a:rPr>
              <a:t>Dark interface  •  Glowing accents  •  Clear cards  •  Responsive layout</a:t>
            </a:r>
            <a:endParaRPr sz="19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03 / FEATURES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What the portfolio includes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The dashboard is organized into focused sections.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04</a:t>
            </a:r>
            <a:endParaRPr sz="10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50292" cy="65836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01  Overview &amp; academics</a:t>
            </a:r>
            <a:endParaRPr sz="14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2807208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Profile introduction and academic details.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50292" cy="658368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9768FF"/>
                </a:solidFill>
                <a:latin typeface="Aptos"/>
              </a:rPr>
              <a:t>02  Certifications</a:t>
            </a:r>
            <a:endParaRPr sz="14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807208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 place to present courses and credentials.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355848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20440"/>
            <a:ext cx="50292" cy="658368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5387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5BA4"/>
                </a:solidFill>
                <a:latin typeface="Aptos"/>
              </a:rPr>
              <a:t>03  Extracurriculars</a:t>
            </a:r>
            <a:endParaRPr sz="14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8408" y="4014215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Activities and experiences beyond coursework.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3355848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20440"/>
            <a:ext cx="50292" cy="658368"/>
          </a:xfrm>
          <a:prstGeom prst="rect">
            <a:avLst/>
          </a:prstGeom>
          <a:solidFill>
            <a:srgbClr val="5E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5387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EE6AA"/>
                </a:solidFill>
                <a:latin typeface="Aptos"/>
              </a:rPr>
              <a:t>04  Achievements</a:t>
            </a:r>
            <a:endParaRPr sz="14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01968" y="4014215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Achievement highlights with a slideshow presentation.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4562856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727448"/>
            <a:ext cx="50292" cy="65836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745736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05  Logout</a:t>
            </a:r>
            <a:endParaRPr sz="14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8408" y="5221224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Returns the demo session to the sign-in screen.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" y="5989320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DB8CF"/>
                </a:solidFill>
                <a:latin typeface="Aptos"/>
              </a:rPr>
              <a:t>Also planned in the experience: links to GitHub, LinkedIn, email, and project pages.</a:t>
            </a:r>
            <a:endParaRPr sz="12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64240" y="642823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DB8CF"/>
                </a:solidFill>
                <a:latin typeface="Aptos"/>
              </a:rPr>
              <a:t>4</a:t>
            </a:r>
            <a:endParaRPr sz="900" b="1" dirty="0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04 / USER JOURNEY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From sign-in to portfolio sections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simple navigation flow keeps the experience easy to explore.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05</a:t>
            </a:r>
            <a:endParaRPr sz="10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ADCEB"/>
                </a:solidFill>
                <a:latin typeface="Aptos"/>
              </a:rPr>
              <a:t>01</a:t>
            </a:r>
            <a:endParaRPr sz="12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502152"/>
            <a:ext cx="50292" cy="996695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Open website</a:t>
            </a:r>
            <a:endParaRPr sz="14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Visit the published URL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3580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  <a:endParaRPr sz="22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8912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9768FF"/>
                </a:solidFill>
                <a:latin typeface="Aptos"/>
              </a:rPr>
              <a:t>02</a:t>
            </a:r>
            <a:endParaRPr sz="12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1188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3502152"/>
            <a:ext cx="50292" cy="996695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9768FF"/>
                </a:solidFill>
                <a:latin typeface="Aptos"/>
              </a:rPr>
              <a:t>Enter roll number</a:t>
            </a:r>
            <a:endParaRPr sz="14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1304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Demo sign-in screen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1616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  <a:endParaRPr sz="22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269479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5BA4"/>
                </a:solidFill>
                <a:latin typeface="Aptos"/>
              </a:rPr>
              <a:t>03</a:t>
            </a:r>
            <a:endParaRPr sz="12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9224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502152"/>
            <a:ext cx="50292" cy="996695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5BA4"/>
                </a:solidFill>
                <a:latin typeface="Aptos"/>
              </a:rPr>
              <a:t>Explore dashboard</a:t>
            </a:r>
            <a:endParaRPr sz="14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93407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Open the available sections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9652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  <a:endParaRPr sz="22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14984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5E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E6AA"/>
                </a:solidFill>
                <a:latin typeface="Aptos"/>
              </a:rPr>
              <a:t>04</a:t>
            </a:r>
            <a:endParaRPr sz="12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37260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3502152"/>
            <a:ext cx="50292" cy="996695"/>
          </a:xfrm>
          <a:prstGeom prst="rect">
            <a:avLst/>
          </a:prstGeom>
          <a:solidFill>
            <a:srgbClr val="5E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EE6AA"/>
                </a:solidFill>
                <a:latin typeface="Aptos"/>
              </a:rPr>
              <a:t>View achievements</a:t>
            </a:r>
            <a:endParaRPr sz="14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7376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Browse highlights and slideshow</a:t>
            </a:r>
            <a:endParaRPr sz="11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4672" y="525780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5BA4"/>
                </a:solidFill>
                <a:latin typeface="Aptos"/>
              </a:rPr>
              <a:t>Note: the current sign-in is a demonstration only. Any non-empty roll number is accepted; it is not real authentication.</a:t>
            </a:r>
            <a:endParaRPr sz="13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05 / DEPLOYMENT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Publishing the portfolio online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The project was built locally and deployed through GitHub Actions.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176272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1</a:t>
            </a:r>
            <a:endParaRPr sz="11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ADCEB"/>
                </a:solidFill>
                <a:latin typeface="Aptos"/>
              </a:rPr>
              <a:t>Source code</a:t>
            </a:r>
            <a:endParaRPr sz="15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Flutter project committed to GitHub.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1248" y="2980944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108960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2</a:t>
            </a:r>
            <a:endParaRPr sz="11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2953512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768FF"/>
                </a:solidFill>
                <a:latin typeface="Aptos"/>
              </a:rPr>
              <a:t>Build</a:t>
            </a:r>
            <a:endParaRPr sz="15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2953512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Workflow runs flutter pub get and builds the web release.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41248" y="3785616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3</a:t>
            </a:r>
            <a:endParaRPr sz="11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08760" y="3758184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5BA4"/>
                </a:solidFill>
                <a:latin typeface="Aptos"/>
              </a:rPr>
              <a:t>Artifact</a:t>
            </a:r>
            <a:endParaRPr sz="1500" b="1">
              <a:solidFill>
                <a:srgbClr val="FF5BA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3758184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The generated build/web folder is uploaded as a Pages artifact.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41248" y="4590288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5E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718304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4</a:t>
            </a:r>
            <a:endParaRPr sz="11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8760" y="4562856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EE6AA"/>
                </a:solidFill>
                <a:latin typeface="Aptos"/>
              </a:rPr>
              <a:t>Deploy</a:t>
            </a:r>
            <a:endParaRPr sz="15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4562856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GitHub Pages publishes the artifact at the project URL.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LIVE URL</a:t>
            </a:r>
            <a:endParaRPr sz="1000" b="1">
              <a:solidFill>
                <a:srgbClr val="5EE6A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8961120" cy="30670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https://</a:t>
            </a:r>
            <a:r>
              <a:rPr lang="en-IN" sz="1400" b="1">
                <a:solidFill>
                  <a:srgbClr val="3ADCEB"/>
                </a:solidFill>
                <a:latin typeface="Aptos"/>
              </a:rPr>
              <a:t>24wh1a0591</a:t>
            </a:r>
            <a:r>
              <a:rPr sz="1400" b="1">
                <a:solidFill>
                  <a:srgbClr val="3ADCEB"/>
                </a:solidFill>
                <a:latin typeface="Aptos"/>
              </a:rPr>
              <a:t>.github.io/</a:t>
            </a:r>
            <a:r>
              <a:rPr lang="en-IN" sz="1400" b="1">
                <a:solidFill>
                  <a:srgbClr val="3ADCEB"/>
                </a:solidFill>
                <a:latin typeface="Aptos"/>
              </a:rPr>
              <a:t>nagasree</a:t>
            </a:r>
            <a:r>
              <a:rPr sz="1400" b="1">
                <a:solidFill>
                  <a:srgbClr val="3ADCEB"/>
                </a:solidFill>
                <a:latin typeface="Aptos"/>
              </a:rPr>
              <a:t>-portfolio/</a:t>
            </a:r>
            <a:endParaRPr sz="14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06</a:t>
            </a:r>
            <a:endParaRPr sz="9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06 / REFLECTION</a:t>
            </a:r>
            <a:endParaRPr sz="10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What I learned &amp; what comes next</a:t>
            </a:r>
            <a:endParaRPr sz="2800" b="1">
              <a:solidFill>
                <a:srgbClr val="F4F7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working deployment is the foundation, not the finish line.</a:t>
            </a:r>
            <a:endParaRPr sz="13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12080" cy="242316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13432"/>
            <a:ext cx="50292" cy="209397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Key learning</a:t>
            </a:r>
            <a:endParaRPr sz="1700" b="1">
              <a:solidFill>
                <a:srgbClr val="3ADC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482803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• Building a multi-section UI with Flutter
• Managing assets and project structure
• Using Git and GitHub for version control
• Deploying a web build with GitHub Actions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212080" cy="242316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313432"/>
            <a:ext cx="50292" cy="209397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Future improvements</a:t>
            </a:r>
            <a:endParaRPr sz="1700" b="1">
              <a:solidFill>
                <a:srgbClr val="976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807208"/>
            <a:ext cx="482803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• Add real authentication if private access is needed
• Improve accessibility and mobile responsiveness
• Add project screenshots and live demos
• Add analytics and a custom domain if useful</a:t>
            </a:r>
            <a:endParaRPr sz="1400" b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dirty="0">
                <a:solidFill>
                  <a:srgbClr val="F4F7FF"/>
                </a:solidFill>
                <a:latin typeface="Aptos"/>
              </a:rPr>
              <a:t>THANK YOU</a:t>
            </a:r>
            <a:endParaRPr sz="2500" b="1" dirty="0">
              <a:solidFill>
                <a:srgbClr val="F4F7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56235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14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NAGA SREE  •  FLUTTER WEB PORTFOLIO</a:t>
            </a:r>
            <a:endParaRPr sz="800" b="1">
              <a:solidFill>
                <a:srgbClr val="ADB8C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07</a:t>
            </a:r>
            <a:endParaRPr sz="900" b="1">
              <a:solidFill>
                <a:srgbClr val="ADB8C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3300</Words>
  <Application>WPS Presentation</Application>
  <PresentationFormat>Widescreen</PresentationFormat>
  <Paragraphs>200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SAMEEKSHA BADUGU</cp:lastModifiedBy>
  <cp:revision>3</cp:revision>
  <dcterms:created xsi:type="dcterms:W3CDTF">2013-01-27T09:14:00Z</dcterms:created>
  <dcterms:modified xsi:type="dcterms:W3CDTF">2026-10-13T10:26:41Z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E2F44717C8CC488282FA51D844A52B78_12</vt:lpwstr>
  </property>
  <property fmtid="{D5CDD505-2E9C-101B-9397-08002B2CF9AE}" pid="3" name="KSOProductBuildVer">
    <vt:lpwstr>1033-12.1.0.28485</vt:lpwstr>
  </property>
</Properties>
</file>